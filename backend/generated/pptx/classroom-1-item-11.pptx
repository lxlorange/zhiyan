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  <p:sldId id="259" r:id="rId11"/>
    <p:sldId id="260" r:id="rId12"/>
    <p:sldId id="261" r:id="rId13"/>
    <p:sldId id="262" r:id="rId14"/>
    <p:sldId id="263" r:id="rId1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强调生态视角：OpenHarmony 的竞争力不在单设备性能，而在设备集群的协同智能。引导学员反思日常使用多设备时的断连痛点（如手机播放中断、笔记不同步），为后续组件讲解埋下问题锚点。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此页为全课核心框架。强调‘分层’不是静态划分，而是能力解耦与组合：例如 WantAgent 依赖 DDS 实现状态同步，DDS 依赖 SoftBus 完成传输。提醒学员后续绘图须体现层间箭头与职责标注。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重点破除‘通信=Socket’的认知惯性。举例：当手表靠近手机，SoftBus 自动触发认证并建立加密通道；若用户开启飞行模式，SoftBus 会静默切换至 BLE 模式——这些对上层透明。这是分布式体验连续性的基石。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类比‘云数据库’但强调去中心化：DDS 不依赖云端中继，设备间直连同步。提醒学员注意 watch() 的生命周期管理——页面销毁时需 unwatch()，否则引发内存泄漏。这是实操常见坑点。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强调 WantAgent 是‘能力调度器’而非‘数据搬运工’：它不传数据本身，而是传递‘做什么’的指令。数据仍由 DDS 或文件系统同步。此设计保障了安全边界与调度灵活性。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OpenHarmony 分布式应用入门实践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理解OpenHarmony分布式架构核心组件与协同范式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课程导览：为什么分布式是 OpenHarmony 的灵魂？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OpenHarmony 不是‘另一个 Android’——它是面向全场景的分布式操作系统</a:t>
            </a:r>
          </a:p>
          <a:p>
            <a:pPr>
              <a:defRPr sz="2200"/>
            </a:pPr>
            <a:r>
              <a:t>核心命题：一次开发，多端部署；多端协同，无缝流转</a:t>
            </a:r>
          </a:p>
          <a:p>
            <a:pPr>
              <a:defRPr sz="2200"/>
            </a:pPr>
            <a:r>
              <a:t>本课锚点：理解‘分布式能力’如何被抽象、封装与调度</a:t>
            </a:r>
          </a:p>
          <a:p>
            <a:pPr>
              <a:defRPr sz="2200"/>
            </a:pPr>
            <a:r>
              <a:t>学习产出：可交付的分布式能力分层图 + 原理阐释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分布式架构全景：四层能力模型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L1 设备层：物理设备（手机/手表/车机）与统一设备标识（Udid）</a:t>
            </a:r>
          </a:p>
          <a:p>
            <a:pPr>
              <a:defRPr sz="2200"/>
            </a:pPr>
            <a:r>
              <a:t>L2 通信层：软总线（SoftBus）——统一通信抽象，屏蔽底层差异（Wi-Fi Direct / BLE / Ethernet）</a:t>
            </a:r>
          </a:p>
          <a:p>
            <a:pPr>
              <a:defRPr sz="2200"/>
            </a:pPr>
            <a:r>
              <a:t>L3 服务层：分布式数据服务（DDS）、分布式任务调度、分布式文件系统</a:t>
            </a:r>
          </a:p>
          <a:p>
            <a:pPr>
              <a:defRPr sz="2200"/>
            </a:pPr>
            <a:r>
              <a:t>L4 应用层：WantAgent、跨设备UI协同、分布式能力API（@ohos.distributedschedule）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软总线（SoftBus）：分布式通信的‘神经中枢’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定位：L2 通信抽象层，提供设备发现、认证、组网、传输一体化能力</a:t>
            </a:r>
          </a:p>
          <a:p>
            <a:pPr>
              <a:defRPr sz="2200"/>
            </a:pPr>
            <a:r>
              <a:t>关键特性：自组网（无需AP）、低时延（&lt;50ms 设备发现）、高可靠（自动重传+QoS）</a:t>
            </a:r>
          </a:p>
          <a:p>
            <a:pPr>
              <a:defRPr sz="2200"/>
            </a:pPr>
            <a:r>
              <a:t>对比 Socket：不暴露 IP/端口，不绑定协议栈，支持动态拓扑变更</a:t>
            </a:r>
          </a:p>
          <a:p>
            <a:pPr>
              <a:defRPr sz="2200"/>
            </a:pPr>
            <a:r>
              <a:t>开发者视角：调用 discoverDevice() / authDevice() 即可，无需处理连接管理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分布式数据服务（DDS）：跨设备的‘共享内存’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定位：L3 数据协同核心，提供键值型、关系型、对象型分布式数据访问</a:t>
            </a:r>
          </a:p>
          <a:p>
            <a:pPr>
              <a:defRPr sz="2200"/>
            </a:pPr>
            <a:r>
              <a:t>核心机制：基于 SoftBus 的变更广播 + 本地缓存 + 冲突解决（时间戳向量/最后写入优先）</a:t>
            </a:r>
          </a:p>
          <a:p>
            <a:pPr>
              <a:defRPr sz="2200"/>
            </a:pPr>
            <a:r>
              <a:t>典型场景：待办事项同步（手机添加 → 平板/手表实时更新）</a:t>
            </a:r>
          </a:p>
          <a:p>
            <a:pPr>
              <a:defRPr sz="2200"/>
            </a:pPr>
            <a:r>
              <a:t>开发接口：@ohos.data.distributedDataObject，watch() 监听远程变更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WantAgent 与分布式任务启动：让应用‘跨设备呼吸’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WantAgent 是‘可序列化的任务意图’：封装目标设备、Ability、参数、权限上下文</a:t>
            </a:r>
          </a:p>
          <a:p>
            <a:pPr>
              <a:defRPr sz="2200"/>
            </a:pPr>
            <a:r>
              <a:t>启动流程：createWantAgent() → startAbilityFromAgent() → 系统调度到目标设备</a:t>
            </a:r>
          </a:p>
          <a:p>
            <a:pPr>
              <a:defRPr sz="2200"/>
            </a:pPr>
            <a:r>
              <a:t>关键约束：目标设备需已认证、目标 Ability 需声明 distributed = true</a:t>
            </a:r>
          </a:p>
          <a:p>
            <a:pPr>
              <a:defRPr sz="2200"/>
            </a:pPr>
            <a:r>
              <a:t>协同价值：实现‘手机发起、车机执行’的无感流转（如导航接力）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课堂例题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77724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800"/>
            </a:pPr>
            <a:r>
              <a:t>1. 在 OpenHarmony 分布式架构中，哪一层负责屏蔽 Wi-Fi Direct、BLE、以太网等底层通信协议的差异，为上层提供统一的设备发现与连接能力？</a:t>
            </a:r>
          </a:p>
          <a:p>
            <a:pPr>
              <a:defRPr sz="1800"/>
            </a:pPr>
            <a:r>
              <a:t>2. 以下关于分布式数据服务（DDS）的描述，哪一项是错误的？</a:t>
            </a:r>
          </a:p>
          <a:p>
            <a:pPr>
              <a:defRPr sz="1800"/>
            </a:pPr>
            <a:r>
              <a:t>3. WantAgent 在分布式任务启动中扮演什么角色？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绘制 OpenHarmony 分布式能力分层图并阐释软总线必要性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77724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800"/>
            </a:pPr>
            <a:r>
              <a:t>回顾 slides 中的四层模型（设备层、通信层、服务层、应用层）</a:t>
            </a:r>
          </a:p>
          <a:p>
            <a:pPr>
              <a:defRPr sz="1800"/>
            </a:pPr>
            <a:r>
              <a:t>手绘或使用 draw.io / Excalidraw 绘制分层示意图，要求：① 清晰标注四层名称与典型组件（如 L2 标注‘SoftBus’，L3 标注‘DDS’）；② 用带方向箭头表示层间依赖（如 L2→L3 表示 DDS 依赖 SoftBus）；③ 在 L2 层旁注明其支撑的物理链路（Wi-Fi Direct / BLE / Ethernet）</a:t>
            </a:r>
          </a:p>
          <a:p>
            <a:pPr>
              <a:defRPr sz="1800"/>
            </a:pPr>
            <a:r>
              <a:t>在图下方撰写 3 条简明解释（每条≤25字），回答‘为何需要软总线而非直接 Socket 通信？’</a:t>
            </a:r>
          </a:p>
          <a:p>
            <a:pPr>
              <a:defRPr sz="1800"/>
            </a:pPr>
            <a:r>
              <a:t>检查：是否体现‘抽象’‘自组网’‘安全认证’‘协议无关’任一关键词？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