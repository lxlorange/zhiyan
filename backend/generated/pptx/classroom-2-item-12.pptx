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强调‘单设备是分布式的基础单元’，避免学生误以为分布式=多设备代码堆砌。用手机/手表/车机图标示意统一底座。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类比HTML中&lt;html&gt;与&lt;div&gt;关系：@Entry是根节点，@Component是子树。展示DevEco Studio新建项目时自动生成的entry.ets结构。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用‘家庭账本’比喻：State是自家记账本（可写），Prop是邻居给的便签（只读）。演示修改Prop触发TS类型检查警告。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对比Android Activity生命周期图，突出OpenHarmony‘页面-组件’二级生命周期设计。强调onPageShow对分布式服务发现的关键作用。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演示如何右键项目→‘Run on Multiple Devices’，并实时切换两台模拟器窗口。提醒学生截图必须包含两台设备时间戳与不同计数值。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OpenHarmony 分布式应用入门实践：ArkTS单设备基础开发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掌握ArkTS基础语法与DevEco Studio环境配置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为什么从OpenHarmony开始学分布式系统？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OpenHarmony是首个由国内主导、全球协作的开源泛终端操作系统</a:t>
            </a:r>
          </a:p>
          <a:p>
            <a:pPr>
              <a:defRPr sz="2200"/>
            </a:pPr>
            <a:r>
              <a:t>其‘一次开发、多端部署’理念直指分布式协同本质</a:t>
            </a:r>
          </a:p>
          <a:p>
            <a:pPr>
              <a:defRPr sz="2200"/>
            </a:pPr>
            <a:r>
              <a:t>ArkTS作为首选语言，融合TypeScript安全性和声明式UI表达力</a:t>
            </a:r>
          </a:p>
          <a:p>
            <a:pPr>
              <a:defRPr sz="2200"/>
            </a:pPr>
            <a:r>
              <a:t>本课不跳过‘单设备’——它是理解分布式能力的前提锚点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@Entry与@Component：组件化世界的门禁卡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@Entry标记应用入口组件，每个模块有且仅有一个</a:t>
            </a:r>
          </a:p>
          <a:p>
            <a:pPr>
              <a:defRPr sz="2200"/>
            </a:pPr>
            <a:r>
              <a:t>@Component定义可复用UI单元，支持嵌套与组合</a:t>
            </a:r>
          </a:p>
          <a:p>
            <a:pPr>
              <a:defRPr sz="2200"/>
            </a:pPr>
            <a:r>
              <a:t>二者共同构成ArkTS的‘声明式树状结构’骨架</a:t>
            </a:r>
          </a:p>
          <a:p>
            <a:pPr>
              <a:defRPr sz="2200"/>
            </a:pPr>
            <a:r>
              <a:t>错误示例：多个@Entry导致编译失败；@Component缺失render()报错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 vs Prop：谁该拥有数据？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State：组件内部私有状态，变更触发UI重绘（如count）</a:t>
            </a:r>
          </a:p>
          <a:p>
            <a:pPr>
              <a:defRPr sz="2200"/>
            </a:pPr>
            <a:r>
              <a:t>Prop：父组件传入的只读属性，不可直接修改（如titleText）</a:t>
            </a:r>
          </a:p>
          <a:p>
            <a:pPr>
              <a:defRPr sz="2200"/>
            </a:pPr>
            <a:r>
              <a:t>双向绑定需通过事件回调实现（onTap → updateCount）</a:t>
            </a:r>
          </a:p>
          <a:p>
            <a:pPr>
              <a:defRPr sz="2200"/>
            </a:pPr>
            <a:r>
              <a:t>反模式：在子组件中直接this.prop = xxx —— 编译期报错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UI组件生命周期：不只是onCreate/onDestroy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onPageShow/onPageHide：页面级可见性事件（对应前台/后台）</a:t>
            </a:r>
          </a:p>
          <a:p>
            <a:pPr>
              <a:defRPr sz="2200"/>
            </a:pPr>
            <a:r>
              <a:t>onBackPress：拦截返回键，支持分布式场景中断操作</a:t>
            </a:r>
          </a:p>
          <a:p>
            <a:pPr>
              <a:defRPr sz="2200"/>
            </a:pPr>
            <a:r>
              <a:t>aboutToAppear/aboutToDisappear：组件级挂载/卸载钩子</a:t>
            </a:r>
          </a:p>
          <a:p>
            <a:pPr>
              <a:defRPr sz="2200"/>
            </a:pPr>
            <a:r>
              <a:t>关键区别：onPageShow在模拟器热重载时不触发，而aboutToAppear会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双模拟器调试：让‘分布式’从第一天就可见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DevEco Studio支持同时启动Phone + Tablet/Watch模拟器</a:t>
            </a:r>
          </a:p>
          <a:p>
            <a:pPr>
              <a:defRPr sz="2200"/>
            </a:pPr>
            <a:r>
              <a:t>需在‘Run Configurations’中勾选‘Launch on multiple devices’</a:t>
            </a:r>
          </a:p>
          <a:p>
            <a:pPr>
              <a:defRPr sz="2200"/>
            </a:pPr>
            <a:r>
              <a:t>同一应用包自动部署到所有选中设备，进程隔离但共享HAP签名</a:t>
            </a:r>
          </a:p>
          <a:p>
            <a:pPr>
              <a:defRPr sz="2200"/>
            </a:pPr>
            <a:r>
              <a:t>验证技巧：为不同设备设置不同初始count值（如Phone=0, Watch=100）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课堂例题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1. 以下哪项是@Entry装饰器的强制约束？</a:t>
            </a:r>
          </a:p>
          <a:p>
            <a:pPr>
              <a:defRPr sz="1800"/>
            </a:pPr>
            <a:r>
              <a:t>2. 在aboutToAppear中执行this.count = deviceManager.getDeviceId().length，会导致什么结果？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计数器增强：支持设备类型标识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1. 修改UI，增加Text组件显示当前设备类型（Phone/Tablet/Watch）</a:t>
            </a:r>
          </a:p>
          <a:p>
            <a:pPr>
              <a:defRPr sz="1800"/>
            </a:pPr>
            <a:r>
              <a:t>2. 使用deviceManager.getDeviceType()获取类型枚举</a:t>
            </a:r>
          </a:p>
          <a:p>
            <a:pPr>
              <a:defRPr sz="1800"/>
            </a:pPr>
            <a:r>
              <a:t>3. 在aboutToAppear中完成类型识别与UI绑定</a:t>
            </a:r>
          </a:p>
          <a:p>
            <a:pPr>
              <a:defRPr sz="1800"/>
            </a:pPr>
            <a:r>
              <a:t>4. 验证双模拟器启动后，Text内容与设备型号一致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