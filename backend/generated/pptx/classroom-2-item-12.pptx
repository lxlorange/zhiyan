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强调‘单设备’是分布式能力的前提——只有稳定可靠的本地执行单元，才能参与跨设备协同。双模拟器验证并非模拟分布式通信，而是检验应用实例隔离性与环境一致性。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特别提醒：模拟器必须使用不同设备类型或不同配置参数（如分辨率/内存），否则可能复用同一实例导致计数值同步——这正是我们要规避的‘非预期共享’现象。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强调装饰器不是语法糖，而是编译期元信息注入点。@Entry触发Ability生命周期绑定，@Component触发UI组件实例化与渲染上下文创建。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State本质是响应式代理对象，其setter会通知UI框架脏检查；Prop则是编译期生成的只读访问器。二者协同构成‘单向数据流’雏形，这是分布式状态同步的设计前提。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生命周期方法是分布式场景下资源协调的关键锚点。例如onPageShow可触发设备发现，onPageHide可释放分布式Session。当前阶段虽未启用分布式API，但生命周期意识必须建立。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OpenHarmony 分布式应用入门实践：ArkTS单设备基础开发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掌握ArkTS基础语法与DevEco Studio环境配置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课程导览与学习目标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本课定位：OpenHarmony分布式应用开发的第一步——单设备可运行基础工程</a:t>
            </a:r>
          </a:p>
          <a:p>
            <a:pPr>
              <a:defRPr sz="2200"/>
            </a:pPr>
            <a:r>
              <a:t>核心能力目标：环境搭建 → 代码编写 → 编译部署 → 双模拟器验证</a:t>
            </a:r>
          </a:p>
          <a:p>
            <a:pPr>
              <a:defRPr sz="2200"/>
            </a:pPr>
            <a:r>
              <a:t>交付物：可运行ArkTS工程包 + 双模拟器截图（不同初始计数值）</a:t>
            </a:r>
          </a:p>
          <a:p>
            <a:pPr>
              <a:defRPr sz="2200"/>
            </a:pPr>
            <a:r>
              <a:t>前置要求：已安装DevEco Studio 4.1+、OpenHarmony SDK 4.0.1.2+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DevEco Studio 环境配置关键步骤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安装DevEco Studio（推荐4.1 Release版本）</a:t>
            </a:r>
          </a:p>
          <a:p>
            <a:pPr>
              <a:defRPr sz="2200"/>
            </a:pPr>
            <a:r>
              <a:t>配置SDK：选择API Version 9（Stage模型）、OpenHarmony SDK 4.0.1.2</a:t>
            </a:r>
          </a:p>
          <a:p>
            <a:pPr>
              <a:defRPr sz="2200"/>
            </a:pPr>
            <a:r>
              <a:t>创建模拟器：至少配置2台独立设备（如'Phone'和'Tablet'），启用'Allow multiple instances'</a:t>
            </a:r>
          </a:p>
          <a:p>
            <a:pPr>
              <a:defRPr sz="2200"/>
            </a:pPr>
            <a:r>
              <a:t>验证：启动模拟器后，Device Manager中显示两个不同UDID的在线设备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@Entry 与 @Component：声明式UI的入口契约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@Entry：标记应用主页面入口组件，每个模块仅允许一个@Entry</a:t>
            </a:r>
          </a:p>
          <a:p>
            <a:pPr>
              <a:defRPr sz="2200"/>
            </a:pPr>
            <a:r>
              <a:t>@Component：定义可复用UI单元，支持嵌套与组合</a:t>
            </a:r>
          </a:p>
          <a:p>
            <a:pPr>
              <a:defRPr sz="2200"/>
            </a:pPr>
            <a:r>
              <a:t>二者均需配合build()函数返回UI描述树</a:t>
            </a:r>
          </a:p>
          <a:p>
            <a:pPr>
              <a:defRPr sz="2200"/>
            </a:pPr>
            <a:r>
              <a:t>错误示例：@Entry类中直接return new MyComponent() → 必须通过@Component声明并由@Entry引用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 与 Prop：响应式状态管理双模式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State：内部可变状态，变更触发组件重渲染（@Builder内不可用）</a:t>
            </a:r>
          </a:p>
          <a:p>
            <a:pPr>
              <a:defRPr sz="2200"/>
            </a:pPr>
            <a:r>
              <a:t>Prop：只读属性，用于父子组件间数据传递（需配合@BuilderParam或@Component参数声明）</a:t>
            </a:r>
          </a:p>
          <a:p>
            <a:pPr>
              <a:defRPr sz="2200"/>
            </a:pPr>
            <a:r>
              <a:t>典型组合：父组件用State管理计数值，子组件用Prop接收并显示</a:t>
            </a:r>
          </a:p>
          <a:p>
            <a:pPr>
              <a:defRPr sz="2200"/>
            </a:pPr>
            <a:r>
              <a:t>陷阱警示：直接修改Prop会触发运行时警告，且不触发重渲染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UI组件生命周期与双模拟器验证要点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onPageShow/onPageHide：页面级可见性回调（对应Ability.onForeground/onBackground）</a:t>
            </a:r>
          </a:p>
          <a:p>
            <a:pPr>
              <a:defRPr sz="2200"/>
            </a:pPr>
            <a:r>
              <a:t>onReady：组件首次渲染完成后的钩子（适合初始化逻辑）</a:t>
            </a:r>
          </a:p>
          <a:p>
            <a:pPr>
              <a:defRPr sz="2200"/>
            </a:pPr>
            <a:r>
              <a:t>双模拟器验证重点：确认两实例独立运行 → 检查console日志时间戳、计数值初始值、点击事件是否互不影响</a:t>
            </a:r>
          </a:p>
          <a:p>
            <a:pPr>
              <a:defRPr sz="2200"/>
            </a:pPr>
            <a:r>
              <a:t>调试技巧：在onPageShow中打印deviceName + Date.now()，截图对比差异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课堂例题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1. 在ArkTS中，以下哪项关于@Entry装饰器的描述是正确的？</a:t>
            </a:r>
          </a:p>
          <a:p>
            <a:pPr>
              <a:defRPr sz="1800"/>
            </a:pPr>
            <a:r>
              <a:t>2. 当父组件通过Prop向子组件传递计数值count: number时，子组件中以下哪种操作会导致运行时警告且无法触发UI更新？</a:t>
            </a:r>
          </a:p>
          <a:p>
            <a:pPr>
              <a:defRPr sz="1800"/>
            </a:pPr>
            <a:r>
              <a:t>3. 在双模拟器环境中，若两台模拟器上运行的同一ArkTS应用显示完全相同的初始计数值（如均为0），最可能的原因是？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构建双实例独立计数器：ArkTS单设备基础工程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1. 在DevEco Studio中创建新项目：选择'Empty Ability'模板，API Version设为9，语言选ArkTS</a:t>
            </a:r>
          </a:p>
          <a:p>
            <a:pPr>
              <a:defRPr sz="1800"/>
            </a:pPr>
            <a:r>
              <a:t>2. 修改entry/src/main/ets/pages/Index.ets：使用@Entry/@Component声明主页面，添加State声明count: number = Math.floor(Math.random() * 10)</a:t>
            </a:r>
          </a:p>
          <a:p>
            <a:pPr>
              <a:defRPr sz="1800"/>
            </a:pPr>
            <a:r>
              <a:t>3. 在build()中放置Column容器，内含Text显示count值、Button绑定onClick事件（count++）</a:t>
            </a:r>
          </a:p>
          <a:p>
            <a:pPr>
              <a:defRPr sz="1800"/>
            </a:pPr>
            <a:r>
              <a:t>4. 配置双模拟器：Device Manager中启动两台不同型号模拟器（如Phone API9 + Tablet API9）</a:t>
            </a:r>
          </a:p>
          <a:p>
            <a:pPr>
              <a:defRPr sz="1800"/>
            </a:pPr>
            <a:r>
              <a:t>5. 分别对两台模拟器执行'Run on Device'，截取各自界面，确认初始count值不同且点击后仅本地递增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