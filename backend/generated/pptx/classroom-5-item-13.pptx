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强调这不是教‘怎么对时’，而是教‘怎么判断谁该先更新’——这正是 ArkTS 中 useRemoteState() 和 syncWithDevice() 的底层契约。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ArkTS 组件生命周期举例：onPageShow() → updateUI() 是 → 关系；但两个独立设备上的 onClick() 默认并发——除非显式发送消息建立 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注意第三条的 ‘+1’ —— 这保证了接收事件严格晚于发送事件（C_recv &gt; C_send），是 → 关系的形式化锚点。ArkTS 的 @Watch 和 remoteEventChannel 隐含此逻辑。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让学生在白板同步演算。强调 E3 的时钟跳变不是错误——这是逻辑时钟主动编码因果的体现，也是 OpenHarmony DDS 日志中 timestamp 字段的语义根源。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此即 OpenHarmony 12.0+ 中 ‘ordered event delivery’ 特性的动机。告诉学生：你们刚推导的时钟是‘必要不充分条件’——它保因果不破，但不保应用语义顺序。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OpenHarmony 分布式状态同步：Lamport 逻辑时钟入门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推导分布式状态同步的数学约束条件（Lamport逻辑时钟简化模型）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为什么分布式系统需要‘时间’？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物理时钟不可靠：设备时钟漂移、NTP 同步延迟、无全局授时</a:t>
            </a:r>
          </a:p>
          <a:p>
            <a:pPr>
              <a:defRPr sz="2200"/>
            </a:pPr>
            <a:r>
              <a:t>因果关系比绝对时间更重要：‘A 发生在 B 之前’决定状态更新顺序</a:t>
            </a:r>
          </a:p>
          <a:p>
            <a:pPr>
              <a:defRPr sz="2200"/>
            </a:pPr>
            <a:r>
              <a:t>OpenHarmony DDS（分布式调度服务）依赖逻辑时序保障跨设备 UI 状态同步</a:t>
            </a:r>
          </a:p>
          <a:p>
            <a:pPr>
              <a:defRPr sz="2200"/>
            </a:pPr>
            <a:r>
              <a:t>Lamport 时钟是轻量、无中心、可嵌入 ArkTS 应用的因果建模工具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事件与‘先发生于’（happens-before）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定义：a → b 当且仅当 a、b 在同一设备且 a 先执行；或 a 是发信事件、b 是对应收信事件</a:t>
            </a:r>
          </a:p>
          <a:p>
            <a:pPr>
              <a:defRPr sz="2200"/>
            </a:pPr>
            <a:r>
              <a:t>→ 是传递性、非对称、自反的偏序关系（不是全序！）</a:t>
            </a:r>
          </a:p>
          <a:p>
            <a:pPr>
              <a:defRPr sz="2200"/>
            </a:pPr>
            <a:r>
              <a:t>OpenHarmony 示例：Device A 调用 sendTo(B, 'click') → Device B 触发 onReceive('click')</a:t>
            </a:r>
          </a:p>
          <a:p>
            <a:pPr>
              <a:defRPr sz="2200"/>
            </a:pPr>
            <a:r>
              <a:t>若 a ↛ b 且 b ↛ a，则 a、b 并发（concurrent），无因果约束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Lamport 逻辑时钟三规则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本地递增：每执行一个事件，本地时钟 C(x) ← C(x) + 1</a:t>
            </a:r>
          </a:p>
          <a:p>
            <a:pPr>
              <a:defRPr sz="2200"/>
            </a:pPr>
            <a:r>
              <a:t>发送携带：发消息 m 时，附带当前 C(发送事件)</a:t>
            </a:r>
          </a:p>
          <a:p>
            <a:pPr>
              <a:defRPr sz="2200"/>
            </a:pPr>
            <a:r>
              <a:t>接收更新：收到 m 及其时间戳 t，令 C(接收事件) ← max(C(当前), t) + 1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手算演练：双设备 4 事件序列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Device A：E1（init）、E2（send to B）；Device B：E3（recv）、E4（update）</a:t>
            </a:r>
          </a:p>
          <a:p>
            <a:pPr>
              <a:defRPr sz="2200"/>
            </a:pPr>
            <a:r>
              <a:t>E1: C=1 → E2: C=2（发送，携 t=2）→ E3: C=max(1,2)+1=3 → E4: C=4</a:t>
            </a:r>
          </a:p>
          <a:p>
            <a:pPr>
              <a:defRPr sz="2200"/>
            </a:pPr>
            <a:r>
              <a:t>→ 关系链：E1→E2→E3→E4；E2→E3 是跨设备 → 的唯一来源</a:t>
            </a:r>
          </a:p>
          <a:p>
            <a:pPr>
              <a:defRPr sz="2200"/>
            </a:pPr>
            <a:r>
              <a:t>关键洞察：E3 的时钟值 3 不来自 B 自身计数，而由 A 的逻辑‘注入’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识别因果冲突：当逻辑时钟‘失灵’时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冲突场景：A 发送 msg1（t=5）→ B 处理慢 → A 又发 msg2（t=6）→ B 先收 msg2 再收 msg1</a:t>
            </a:r>
          </a:p>
          <a:p>
            <a:pPr>
              <a:defRPr sz="2200"/>
            </a:pPr>
            <a:r>
              <a:t>B 的时钟仍满足规则：收 msg2 得 C=7，收 msg1 时 C=max(7,5)+1=8</a:t>
            </a:r>
          </a:p>
          <a:p>
            <a:pPr>
              <a:defRPr sz="2200"/>
            </a:pPr>
            <a:r>
              <a:t>但状态更新顺序错乱：msg2 语义应后于 msg1，却先被处理</a:t>
            </a:r>
          </a:p>
          <a:p>
            <a:pPr>
              <a:defRPr sz="2200"/>
            </a:pPr>
            <a:r>
              <a:t>解决方案：OpenHarmony 引入 vector clock 或 session-based ordering，逻辑时钟是起点而非终点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课堂例题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1. 设备 A 执行事件 E1（C=3），随后发送消息至 B；设备 B 当前时钟为 2，收到该消息后执行 E2。E2 的逻辑时钟值是？</a:t>
            </a:r>
          </a:p>
          <a:p>
            <a:pPr>
              <a:defRPr sz="1800"/>
            </a:pPr>
            <a:r>
              <a:t>2. 以下哪组事件对一定满足 happens-before 关系？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DDS 日志因果链还原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1. 下载提供的 OpenHarmony DDS 日志片段（含 DeviceA.log / DeviceB.log）</a:t>
            </a:r>
          </a:p>
          <a:p>
            <a:pPr>
              <a:defRPr sz="1800"/>
            </a:pPr>
            <a:r>
              <a:t>2. 提取所有 send/recv 事件，构建跨设备消息映射表</a:t>
            </a:r>
          </a:p>
          <a:p>
            <a:pPr>
              <a:defRPr sz="1800"/>
            </a:pPr>
            <a:r>
              <a:t>3. 为每个事件分配逻辑时钟（按三规则手算）</a:t>
            </a:r>
          </a:p>
          <a:p>
            <a:pPr>
              <a:defRPr sz="1800"/>
            </a:pPr>
            <a:r>
              <a:t>4. 列出全部 happens-before 关系（本地 + 消息）</a:t>
            </a:r>
          </a:p>
          <a:p>
            <a:pPr>
              <a:defRPr sz="1800"/>
            </a:pPr>
            <a:r>
              <a:t>5. 检查是否存在 a→b→c 但缺失 a→c 的传递闭包（需补全）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