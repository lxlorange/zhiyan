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强调工程思维转变：分布式开发不是功能堆砌，而是状态流与设备流的联合建模。日志不是辅助工具，而是分布式系统的‘神经信号记录仪’。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注意：KVManager 的 syncMode 必须设为 SyncMode.SYNC_ONCE 或 SYNC_AUTO；@Watch 监听的是本地 KV 实例的变更事件，而非网络层原始包——这是初学者常见误解点。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演示错误案例：在 onInit() 中直接调用 DeviceManager —— 此时权限未就绪，返回空数组。正确做法：在 onPageShow 中检查并缓存 deviceId。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强调：onRemoteChanged 是分布式数据层回调，@Watch 是 UI 层响应式监听。二者属于不同抽象层级，日志必须体现这种分层——这是诊断‘同步成功但UI未更新’问题的核心线索。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常见陷阱：模拟器未开启‘多设备协同’选项导致 DeviceManager 返回空；storeId 不一致导致 KV 数据隔离；SecurityLevel 过低引发同步拒绝。所有检查项均需在 practice 前完成。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OpenHarmony 分布式应用入门实践：分布式计数器日志化调试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复现‘分布式计数器’官方示例并注入设备标识日志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课程导览：从单机到分布式——可观测性是协同开发的生命线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OpenHarmony 分布式能力本质：多端统一数据模型 + 设备自发现 + 状态自动同步</a:t>
            </a:r>
          </a:p>
          <a:p>
            <a:pPr>
              <a:defRPr sz="2200"/>
            </a:pPr>
            <a:r>
              <a:t>为什么‘能跑通’不等于‘可维护’？——缺乏设备上下文的日志=黑盒协同</a:t>
            </a:r>
          </a:p>
          <a:p>
            <a:pPr>
              <a:defRPr sz="2200"/>
            </a:pPr>
            <a:r>
              <a:t>本课目标：让每一次远程变更‘看得见、分得清、溯得准’</a:t>
            </a:r>
          </a:p>
          <a:p>
            <a:pPr>
              <a:defRPr sz="2200"/>
            </a:pPr>
            <a:r>
              <a:t>交付物：含三阶段标记的日志录屏（DeviceA点击 → DeviceB接收 → DeviceB渲染）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核心组件图谱：分布式协同的四大支柱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distributedData.createKVManager()：创建跨设备键值数据库实例，支持自动同步策略配置</a:t>
            </a:r>
          </a:p>
          <a:p>
            <a:pPr>
              <a:defRPr sz="2200"/>
            </a:pPr>
            <a:r>
              <a:t>DeviceManager.getTrustedDeviceListSync()：获取当前信任设备列表，返回含 deviceId/deviceName 的结构化数组</a:t>
            </a:r>
          </a:p>
          <a:p>
            <a:pPr>
              <a:defRPr sz="2200"/>
            </a:pPr>
            <a:r>
              <a:t>@Watch 装饰器：声明式监听远程 KV 数据变更，触发时机严格对应 onRemoteChanged 回调</a:t>
            </a:r>
          </a:p>
          <a:p>
            <a:pPr>
              <a:defRPr sz="2200"/>
            </a:pPr>
            <a:r>
              <a:t>HiLog 日志分级 + 自定义 Tag：通过 deviceID 注入实现日志源头可追溯（非仅 console.log）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日志注入规范：构建设备感知型日志体系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禁止硬编码 '[DeviceA]' —— 应动态获取当前设备 ID 并截取前6位作为标识符</a:t>
            </a:r>
          </a:p>
          <a:p>
            <a:pPr>
              <a:defRPr sz="2200"/>
            </a:pPr>
            <a:r>
              <a:t>日志等级映射：DEBUG（设备发现）、INFO（同步事件）、WARN（延迟超阈值）、ERROR（同步失败）</a:t>
            </a:r>
          </a:p>
          <a:p>
            <a:pPr>
              <a:defRPr sz="2200"/>
            </a:pPr>
            <a:r>
              <a:t>关键标记格式：'[${deviceIdShort}] ${event} @ ${timestamp}'（如 [ABC123] inc clicked @ 1718924501234）</a:t>
            </a:r>
          </a:p>
          <a:p>
            <a:pPr>
              <a:defRPr sz="2200"/>
            </a:pPr>
            <a:r>
              <a:t>必须在 UI 组件生命周期（onPageShow/onPageHide）中初始化日志上下文，避免异步执行导致 deviceId 为空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分布式计数器：三阶段事件流解析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阶段1（DeviceA）：用户点击 → this.counter++ → KVManager.put() → 触发远程同步</a:t>
            </a:r>
          </a:p>
          <a:p>
            <a:pPr>
              <a:defRPr sz="2200"/>
            </a:pPr>
            <a:r>
              <a:t>阶段2（DeviceB）：KVManager 监听器捕获变更 → onRemoteChanged() 回调执行 → 更新本地 counter 值</a:t>
            </a:r>
          </a:p>
          <a:p>
            <a:pPr>
              <a:defRPr sz="2200"/>
            </a:pPr>
            <a:r>
              <a:t>阶段3（DeviceB）：@Watch 监听器响应 counter 变更 → 触发 UI 重绘 → 执行 UI 更新日志</a:t>
            </a:r>
          </a:p>
          <a:p>
            <a:pPr>
              <a:defRPr sz="2200"/>
            </a:pPr>
            <a:r>
              <a:t>关键断点：onRemoteChanged 与 @Watch 的执行顺序不可逆——前者写数据，后者读数据并渲染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环境验证清单：双模拟器协同就绪检查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✅ 模拟器A/B 均已启用‘分布式能力’开关（DevEco Studio &gt; Tools &gt; Preferences &gt; HarmonyOS &gt; Enable Distributed Capability）</a:t>
            </a:r>
          </a:p>
          <a:p>
            <a:pPr>
              <a:defRPr sz="2200"/>
            </a:pPr>
            <a:r>
              <a:t>✅ 两模拟器登录同一华为账号，且设备状态为‘在线’（DeviceManager 返回非空列表）</a:t>
            </a:r>
          </a:p>
          <a:p>
            <a:pPr>
              <a:defRPr sz="2200"/>
            </a:pPr>
            <a:r>
              <a:t>✅ KVManager 初始化时指定相同的 storeId 和 securityLevel（建议 SecurityLevel.S3）</a:t>
            </a:r>
          </a:p>
          <a:p>
            <a:pPr>
              <a:defRPr sz="2200"/>
            </a:pPr>
            <a:r>
              <a:t>✅ 日志输出使用 HiLog.debug() 而非 console.log()，确保被 Logcat 正确捕获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课堂例题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在分布式计数器场景中，若 DeviceA 点击按钮后 DeviceB UI 未更新，但日志显示 '[ABC123] onRemoteChanged' 已触发，最可能的根本原因是什么？</a:t>
            </a:r>
          </a:p>
          <a:p>
            <a:pPr>
              <a:defRPr sz="1800"/>
            </a:pPr>
            <a:r>
              <a:t>2. 以下哪段代码最符合 OpenHarmony 日志注入最佳实践？</a:t>
            </a:r>
          </a:p>
          <a:p>
            <a:pPr>
              <a:defRPr sz="1800"/>
            </a:pPr>
            <a:r>
              <a:t>3. 调用 DeviceManager.getTrustedDeviceListSync() 返回空数组，可能的原因不包括：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分布式计数器日志化复现：三阶段标记注入实战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7724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1. 在 DevEco Studio 中创建新 ArkTS 项目（API Version 10+），启用‘Distributed Capability’</a:t>
            </a:r>
          </a:p>
          <a:p>
            <a:pPr>
              <a:defRPr sz="1800"/>
            </a:pPr>
            <a:r>
              <a:t>2. 复制官方分布式计数器示例代码，重点改造：a) 在 onPageShow 中调用 DeviceManager 获取并缓存 deviceId；b) 使用 HiLog 替代所有 console.log，按规范注入设备标识；c) 在 onRemoteChanged 回调末尾、@Watch 回调开头分别添加对应日志标记</a:t>
            </a:r>
          </a:p>
          <a:p>
            <a:pPr>
              <a:defRPr sz="1800"/>
            </a:pPr>
            <a:r>
              <a:t>3. 启动两个模拟器（DeviceA/DeviceB），确保均登录同一账号且在线</a:t>
            </a:r>
          </a:p>
          <a:p>
            <a:pPr>
              <a:defRPr sz="1800"/>
            </a:pPr>
            <a:r>
              <a:t>4. 在 DeviceA 点击‘+’按钮，等待 DeviceB UI 更新后，持续操作 30 秒（交替点击/观察）</a:t>
            </a:r>
          </a:p>
          <a:p>
            <a:pPr>
              <a:defRPr sz="1800"/>
            </a:pPr>
            <a:r>
              <a:t>5. 使用 DevEco Studio Logcat 过滤 tag='DCounter'，导出完整日志文本；同步录制屏幕（含 DeviceA/B 模拟器窗口）≥60秒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